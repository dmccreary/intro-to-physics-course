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DBC"/>
    <a:srgbClr val="0028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6" d="100"/>
          <a:sy n="106" d="100"/>
        </p:scale>
        <p:origin x="133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7D550-E9F8-1701-6C79-50CE8B753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9C424-FB2B-085A-328C-4BB2116AE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EDD47-15CB-F2F8-F8A1-EF7A1CED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78486-C219-4C3A-958F-EDC126F8D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B05F0-A58C-ED74-FB82-125522E2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34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D7251-4BC6-D9EE-FD4A-217B04BCE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264D-1786-C712-845A-5B05AB6A8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3BF3E-F80E-EB18-214A-263E3BB4B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2B0A0-60FB-4834-AE9B-A7E54CFCA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43C47-F98E-4F51-CAEB-415C29D2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897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80152-15A7-1503-7A27-A83D8EDC4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0B313-FF13-98A9-9C11-B9F47E022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97011F-1124-BF5C-9E9D-FC7A44483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2397-C9A2-1973-82A2-8F55D8426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D5CC5-14BF-8CA6-0A2D-9DB550316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82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475E4-3882-65F1-6F08-79E947BD1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DDBA-ADA6-A42E-D5A5-8C0AC0D6B4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626E0-DA9E-AC60-EF92-86B34561F8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6F7375-C243-52B3-E37D-E629B8E81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EBB843-59E2-A05A-E7FC-D433F76DE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42B77-7A1B-1EF7-5F33-361AF9CE8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12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02821-47C9-05AE-B77B-8E47CE72E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39084-BCBC-B788-55D6-98FD6063A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8597AD-2FA7-FFFD-36B2-5EE84FEE5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A5A75A-1D30-0E97-FCA3-1D621D7F4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B2077B-ECE4-A630-FF72-C0C4314224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490C5-3E04-1590-ABA9-294DD8926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63245E-17E9-0A86-13A1-A4531324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428A54-7DF1-2B81-FCBC-961CBF0C7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83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A2CBE-89AD-8879-C60A-053BEF02E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6CE210-CDAF-3A34-C4F4-3FC9D3BDF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64BA8-133C-52E2-E2C2-0DC506D7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6B0CAC-C450-5DD8-45BE-095BE1700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241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DF9C5C-A321-1FCC-C730-E9D6F7E1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FBBE81-471A-672F-4762-3FDE8D3C4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46BA3-EE63-C73C-F51F-0650D6DC8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044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D69B2-53BC-6ADE-664B-1C6CF0A5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C8B93-ED20-4F53-B11B-E5E8C5B05E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814A04-75EA-9843-535D-90B7C44573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424557-173B-9CB3-5038-2B96A3878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6A02F-157B-3941-3DCB-2C30D30D0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2CB732-6118-21FF-69ED-CB2174ADF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06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01A4-C73B-CD20-453B-8032AA997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9013FE-0B4D-9EA0-1B9E-37AEA226A7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6B2E8A-AF8C-D58B-C99F-26B797D535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BDE4BE-31AE-41C8-E13C-5CD65326F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6302D-AEE7-A48B-4933-9A0708029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67B22-98E5-5289-74BE-3753B7522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29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BD2EC-CFD3-9AC7-CE7E-DC9BCF373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179E2-ABC5-F03E-D80E-47571AAE7C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CA503-82C5-1DF5-74CB-429109ADB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FC871-4CB1-793F-FD13-9F3A53E46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E2102-7CE3-CF3E-CC13-9D744699A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4579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3DF0AB-A0F8-9BD8-96C4-2F3CA50C01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65891-6BF5-EBA6-8FF5-9FEFB42B4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9672E-B563-8F2C-D6DF-EBE4878D0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194AC-45A7-527F-7C49-448D41E51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5E61-0482-7CA1-AB80-103890716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889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ADA74-50E0-6A23-039B-C53DF34F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1898B-A8E2-9FA7-3418-4C026AAAE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1C4C2C-1C11-4266-392A-9C3B659FFF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4291E8-D5DF-C947-B388-DC5BBF7FE8DC}" type="datetimeFigureOut">
              <a:rPr lang="en-US" smtClean="0"/>
              <a:t>11/10/25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DD6EE-0A70-30BC-78A8-295801170D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4A7A-F8CD-E23D-C26F-F4938A93F1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CD2765-2204-E34C-AF72-FB44245E8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7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oster of physics&#10;&#10;AI-generated content may be incorrect.">
            <a:extLst>
              <a:ext uri="{FF2B5EF4-FFF2-40B4-BE49-F238E27FC236}">
                <a16:creationId xmlns:a16="http://schemas.microsoft.com/office/drawing/2014/main" id="{D067EC43-D3C6-1CF4-780D-02FE8EDE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24" y="239583"/>
            <a:ext cx="9149151" cy="609943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A6F3F27-9AC7-26D5-FDCE-BC9CF9FC4C98}"/>
              </a:ext>
            </a:extLst>
          </p:cNvPr>
          <p:cNvSpPr/>
          <p:nvPr/>
        </p:nvSpPr>
        <p:spPr>
          <a:xfrm>
            <a:off x="3373395" y="2610853"/>
            <a:ext cx="5263978" cy="818147"/>
          </a:xfrm>
          <a:prstGeom prst="rect">
            <a:avLst/>
          </a:prstGeom>
          <a:solidFill>
            <a:srgbClr val="0028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rgbClr val="FFEDBC"/>
                </a:solidFill>
              </a:rPr>
              <a:t>INTRODUCTION TO</a:t>
            </a:r>
          </a:p>
        </p:txBody>
      </p:sp>
    </p:spTree>
    <p:extLst>
      <p:ext uri="{BB962C8B-B14F-4D97-AF65-F5344CB8AC3E}">
        <p14:creationId xmlns:p14="http://schemas.microsoft.com/office/powerpoint/2010/main" val="1799248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 McCreary</dc:creator>
  <cp:lastModifiedBy>Dan McCreary</cp:lastModifiedBy>
  <cp:revision>1</cp:revision>
  <dcterms:created xsi:type="dcterms:W3CDTF">2025-11-10T21:48:14Z</dcterms:created>
  <dcterms:modified xsi:type="dcterms:W3CDTF">2025-11-11T22:18:54Z</dcterms:modified>
</cp:coreProperties>
</file>